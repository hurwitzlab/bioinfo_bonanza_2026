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9"/>
  </p:normalViewPr>
  <p:slideViewPr>
    <p:cSldViewPr snapToGrid="0">
      <p:cViewPr varScale="1">
        <p:scale>
          <a:sx n="115" d="100"/>
          <a:sy n="115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0D9D9-5EE6-7E81-E170-8FF736348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59723-FAA2-869A-4A81-8CDA83884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53CBA-1AA2-684E-87B0-01570F2ED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BFC0-69E1-3846-82E0-E5C5207FE69F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79127-CAA3-9E73-7BE4-2092211C4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8FFB-FE8B-F5FB-0A36-4FE01D8B6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437-2CCE-144E-B4D5-EF794250A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3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DA072-7AA9-DB60-2BE6-8471481C7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DFE89-C908-A03B-F122-C8D9E54D0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3F71D-7D10-265D-7B14-F69FE85F6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BFC0-69E1-3846-82E0-E5C5207FE69F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E5422-7D7B-4BC7-6F91-D0E011BC7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91C2F-2138-CAFC-20E0-00121511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437-2CCE-144E-B4D5-EF794250A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10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CFD8E-30DE-AC5D-713B-192DEAD9F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1E80F-460B-4419-D60E-32C0E8D1A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74231-DED6-4AC1-FE06-66389091D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BFC0-69E1-3846-82E0-E5C5207FE69F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0523-0D81-871E-E5C0-07AB5F4EF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A2EA5-975B-E173-CE6C-2AE20A2B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437-2CCE-144E-B4D5-EF794250A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343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BCB2-F5B4-CBAA-65F9-8DC8305C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A97A6-5781-F23B-0704-C81F54588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57AA6-C9EE-D43D-8748-B648A8D5F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6DCB1-CEB7-C891-D6FA-FB329C7CA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BFC0-69E1-3846-82E0-E5C5207FE69F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A930E-46FA-EAFF-B237-75AC49CD5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2ED40-DC04-6132-E24D-CE79F995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437-2CCE-144E-B4D5-EF794250A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90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4F4A4-0900-205C-BC78-086D87AF6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F2578-23C0-7E6F-4AD3-A914DC6E6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02E48-79D1-A904-FE83-C9D6708BC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580B6F-3553-95FE-249D-BD77F63C99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C07A32-5F9C-D762-11F6-1FE9750B89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937F-1B1D-6B6C-70C4-E40C9FBF3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BFC0-69E1-3846-82E0-E5C5207FE69F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928427-E871-F6F7-74A5-6A154BCD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24E10-8AD4-A653-027A-92911140A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437-2CCE-144E-B4D5-EF794250A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02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C5AED-F211-58CB-4836-F0BF7AC7E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344FB-DBEF-6A6F-4EC7-41B12CBE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BFC0-69E1-3846-82E0-E5C5207FE69F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E43475-41F1-C94F-5D78-A5E414AC6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6B39A5-6B3A-D949-FEC7-FF0F5CCC2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437-2CCE-144E-B4D5-EF794250A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73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BA9323-0081-9021-BA79-C7319A5C3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BFC0-69E1-3846-82E0-E5C5207FE69F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D44BB3-382B-9141-D0D1-0CBB5EF20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CE9E6-2933-F76F-DCFE-318C92BE5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437-2CCE-144E-B4D5-EF794250A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92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1161-4F32-ADAA-8356-0DA07647C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36EA-336D-D7D6-5977-5A4016FD6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7F4B5-A883-4969-6554-56ADA84ED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19DBD-99D7-5A60-328C-60C73E3A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BFC0-69E1-3846-82E0-E5C5207FE69F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C3B78-8F0F-C01E-AF36-EEA36E825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2B26F-A079-3223-258F-CDF8E39F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437-2CCE-144E-B4D5-EF794250A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15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0B8DC-7A0E-135B-1845-4E62D6852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A7E1D6-87BB-0B74-E31F-8B0CB664C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64BA7-A298-C733-4CD1-1B230DF5C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40B45-3480-CDEF-64B9-6E81C401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BFC0-69E1-3846-82E0-E5C5207FE69F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512C8-538E-29E6-48B8-73967F59C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30803-B772-2485-BB8D-66FDF2B79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437-2CCE-144E-B4D5-EF794250A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08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010B6-CD36-726F-A706-F00C12112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89B60-DA78-36E2-E36A-DDD533C2E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9C6E4-F4BA-10D2-8B47-21A23E969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BFC0-69E1-3846-82E0-E5C5207FE69F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733D3-5430-775F-BED4-A5E700CF8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9EB4C-09C2-0364-AE0B-B9F487AD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437-2CCE-144E-B4D5-EF794250A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54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14BDC7-177F-47D3-71EF-7F1B8FD74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C25233-769F-DDD3-2B63-5ADE84204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56C5F-D0A6-C5E0-8970-0EFC515C1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9BFC0-69E1-3846-82E0-E5C5207FE69F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74C88-D989-FB9B-AB9B-7BCBA2FB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EAE36-ED58-ED3A-1334-A9449744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9F437-2CCE-144E-B4D5-EF794250A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76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E5CA69-0D63-3FB4-966D-C9E3C141A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29393-7D47-0A88-9E94-31E547A84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9EBE2-1421-5D31-C440-E338D8F5AA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9BFC0-69E1-3846-82E0-E5C5207FE69F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46FD7-1646-D3A9-1C22-FF7383622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50999-4063-CB88-E694-D5253B4BB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9F437-2CCE-144E-B4D5-EF794250A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78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CB6CA16-A71E-A478-5D8C-C48B9E9E6D2C}"/>
              </a:ext>
            </a:extLst>
          </p:cNvPr>
          <p:cNvGrpSpPr>
            <a:grpSpLocks noChangeAspect="1"/>
          </p:cNvGrpSpPr>
          <p:nvPr/>
        </p:nvGrpSpPr>
        <p:grpSpPr>
          <a:xfrm>
            <a:off x="3187125" y="1590770"/>
            <a:ext cx="5696602" cy="3197881"/>
            <a:chOff x="3187125" y="1590770"/>
            <a:chExt cx="5696602" cy="3197881"/>
          </a:xfrm>
        </p:grpSpPr>
        <p:pic>
          <p:nvPicPr>
            <p:cNvPr id="4" name="Google Shape;67;p15">
              <a:extLst>
                <a:ext uri="{FF2B5EF4-FFF2-40B4-BE49-F238E27FC236}">
                  <a16:creationId xmlns:a16="http://schemas.microsoft.com/office/drawing/2014/main" id="{4DF38561-0573-0706-5C17-296BC15DD51C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3483700" y="2335812"/>
              <a:ext cx="984049" cy="794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68;p15">
              <a:extLst>
                <a:ext uri="{FF2B5EF4-FFF2-40B4-BE49-F238E27FC236}">
                  <a16:creationId xmlns:a16="http://schemas.microsoft.com/office/drawing/2014/main" id="{404FA37D-9428-7FE6-9477-EB7D3A1AD920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85967" y="2335812"/>
              <a:ext cx="787400" cy="9059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 descr="Ensuring Reproducible Transcriptomic Analysis with DESeq2 and tximeta - CZI">
              <a:extLst>
                <a:ext uri="{FF2B5EF4-FFF2-40B4-BE49-F238E27FC236}">
                  <a16:creationId xmlns:a16="http://schemas.microsoft.com/office/drawing/2014/main" id="{F1A9AA00-86A1-ED78-66BA-6C1E12685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05403" y="2301606"/>
              <a:ext cx="703479" cy="822617"/>
            </a:xfrm>
            <a:prstGeom prst="rect">
              <a:avLst/>
            </a:prstGeom>
          </p:spPr>
        </p:pic>
        <p:pic>
          <p:nvPicPr>
            <p:cNvPr id="7" name="Picture 6" descr="Vegan Hexagon Logo · Issue #436 · vegandevs/vegan">
              <a:extLst>
                <a:ext uri="{FF2B5EF4-FFF2-40B4-BE49-F238E27FC236}">
                  <a16:creationId xmlns:a16="http://schemas.microsoft.com/office/drawing/2014/main" id="{470E45CD-1AB8-F67E-1D09-CB3DC2FDA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90295" y="2305414"/>
              <a:ext cx="675320" cy="755674"/>
            </a:xfrm>
            <a:prstGeom prst="rect">
              <a:avLst/>
            </a:prstGeom>
          </p:spPr>
        </p:pic>
        <p:pic>
          <p:nvPicPr>
            <p:cNvPr id="8" name="Google Shape;89;p15">
              <a:extLst>
                <a:ext uri="{FF2B5EF4-FFF2-40B4-BE49-F238E27FC236}">
                  <a16:creationId xmlns:a16="http://schemas.microsoft.com/office/drawing/2014/main" id="{F7314B91-43E0-5221-98C2-D14F08DF1404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410868" y="2383467"/>
              <a:ext cx="693541" cy="6588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31E20C1-DA96-A1CA-5182-18D388CCBF73}"/>
                </a:ext>
              </a:extLst>
            </p:cNvPr>
            <p:cNvSpPr txBox="1"/>
            <p:nvPr/>
          </p:nvSpPr>
          <p:spPr>
            <a:xfrm>
              <a:off x="3187125" y="1590770"/>
              <a:ext cx="5578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latin typeface="BM DoHyeon OTF" panose="020B0600000101010101" pitchFamily="34" charset="-127"/>
                  <a:ea typeface="BM DoHyeon OTF" panose="020B0600000101010101" pitchFamily="34" charset="-127"/>
                </a:rPr>
                <a:t>Bioinformatics Bonanza: Intro to omics with 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BE400C1-DE98-26D5-3596-36F9EED9546A}"/>
                </a:ext>
              </a:extLst>
            </p:cNvPr>
            <p:cNvSpPr txBox="1"/>
            <p:nvPr/>
          </p:nvSpPr>
          <p:spPr>
            <a:xfrm>
              <a:off x="3322107" y="3453672"/>
              <a:ext cx="2420983" cy="4616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1. R and </a:t>
              </a:r>
              <a:r>
                <a:rPr lang="en-US" sz="1200" b="1" dirty="0" err="1"/>
                <a:t>Tidyverse</a:t>
              </a:r>
              <a:r>
                <a:rPr lang="en-US" sz="1200" b="1" dirty="0"/>
                <a:t> basics for bioinformatics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2D85BA-3B10-A098-5364-2A36453B26D7}"/>
                </a:ext>
              </a:extLst>
            </p:cNvPr>
            <p:cNvSpPr txBox="1"/>
            <p:nvPr/>
          </p:nvSpPr>
          <p:spPr>
            <a:xfrm>
              <a:off x="6327763" y="3457189"/>
              <a:ext cx="2420983" cy="276999"/>
            </a:xfrm>
            <a:prstGeom prst="rect">
              <a:avLst/>
            </a:prstGeom>
            <a:solidFill>
              <a:srgbClr val="95DA54">
                <a:alpha val="50196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2. RNA-seq analysis with 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73FE193-DFEA-AFF5-E39E-924DC16F104E}"/>
                </a:ext>
              </a:extLst>
            </p:cNvPr>
            <p:cNvSpPr/>
            <p:nvPr/>
          </p:nvSpPr>
          <p:spPr>
            <a:xfrm>
              <a:off x="3205257" y="2101120"/>
              <a:ext cx="2690947" cy="2687531"/>
            </a:xfrm>
            <a:prstGeom prst="rect">
              <a:avLst/>
            </a:prstGeom>
            <a:noFill/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7F50B9F-566B-DD49-881A-AF219FE3975F}"/>
                </a:ext>
              </a:extLst>
            </p:cNvPr>
            <p:cNvSpPr/>
            <p:nvPr/>
          </p:nvSpPr>
          <p:spPr>
            <a:xfrm>
              <a:off x="6192780" y="2101121"/>
              <a:ext cx="2690947" cy="2687530"/>
            </a:xfrm>
            <a:prstGeom prst="rect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97E059-A541-0043-452C-9DC86E58ED66}"/>
                </a:ext>
              </a:extLst>
            </p:cNvPr>
            <p:cNvSpPr txBox="1"/>
            <p:nvPr/>
          </p:nvSpPr>
          <p:spPr>
            <a:xfrm>
              <a:off x="3322107" y="3915337"/>
              <a:ext cx="213071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Introduction to 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Data structures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Data manipulation with </a:t>
              </a:r>
              <a:r>
                <a:rPr lang="en-US" sz="1100" dirty="0" err="1"/>
                <a:t>dplyr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Visualization with ggplot2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1AD04DC-1C81-C688-73E0-12DD79B90874}"/>
                </a:ext>
              </a:extLst>
            </p:cNvPr>
            <p:cNvSpPr txBox="1"/>
            <p:nvPr/>
          </p:nvSpPr>
          <p:spPr>
            <a:xfrm>
              <a:off x="6390678" y="3792060"/>
              <a:ext cx="2337878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RNA-seq workflow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Introduction to Vegan for ecology and expression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Differential expression with DESeq2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6035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BM DoHyeon OTF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Touceda Suarez</dc:creator>
  <cp:lastModifiedBy>Maria Touceda Suarez</cp:lastModifiedBy>
  <cp:revision>1</cp:revision>
  <dcterms:created xsi:type="dcterms:W3CDTF">2026-07-28T09:44:56Z</dcterms:created>
  <dcterms:modified xsi:type="dcterms:W3CDTF">2026-07-28T09:47:09Z</dcterms:modified>
</cp:coreProperties>
</file>